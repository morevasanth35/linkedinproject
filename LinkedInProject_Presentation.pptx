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8225F26-A723-4822-9517-C85441EB13DF}"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1870579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8225F26-A723-4822-9517-C85441EB13DF}"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245994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225F26-A723-4822-9517-C85441EB13DF}"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106097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8225F26-A723-4822-9517-C85441EB13DF}"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1058449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8225F26-A723-4822-9517-C85441EB13DF}"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163750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8225F26-A723-4822-9517-C85441EB13DF}"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3798070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225F26-A723-4822-9517-C85441EB13DF}"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2463550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225F26-A723-4822-9517-C85441EB13DF}"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9851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225F26-A723-4822-9517-C85441EB13DF}"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56675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8225F26-A723-4822-9517-C85441EB13DF}"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3690882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8225F26-A723-4822-9517-C85441EB13DF}"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A04595-EB47-40DF-A21A-AC93A33B1242}" type="slidenum">
              <a:rPr lang="en-IN" smtClean="0"/>
              <a:t>‹#›</a:t>
            </a:fld>
            <a:endParaRPr lang="en-IN"/>
          </a:p>
        </p:txBody>
      </p:sp>
    </p:spTree>
    <p:extLst>
      <p:ext uri="{BB962C8B-B14F-4D97-AF65-F5344CB8AC3E}">
        <p14:creationId xmlns:p14="http://schemas.microsoft.com/office/powerpoint/2010/main" val="1893110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25F26-A723-4822-9517-C85441EB13DF}" type="datetimeFigureOut">
              <a:rPr lang="en-IN" smtClean="0"/>
              <a:t>20-02-2026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A04595-EB47-40DF-A21A-AC93A33B1242}" type="slidenum">
              <a:rPr lang="en-IN" smtClean="0"/>
              <a:t>‹#›</a:t>
            </a:fld>
            <a:endParaRPr lang="en-IN"/>
          </a:p>
        </p:txBody>
      </p:sp>
    </p:spTree>
    <p:extLst>
      <p:ext uri="{BB962C8B-B14F-4D97-AF65-F5344CB8AC3E}">
        <p14:creationId xmlns:p14="http://schemas.microsoft.com/office/powerpoint/2010/main" val="2142659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b="1" dirty="0" err="1"/>
              <a:t>LinkedInProject</a:t>
            </a:r>
            <a:r>
              <a:rPr lang="en-IN" b="1" dirty="0"/>
              <a:t/>
            </a:r>
            <a:br>
              <a:rPr lang="en-IN" b="1" dirty="0"/>
            </a:br>
            <a:r>
              <a:rPr lang="en-IN" dirty="0" smtClean="0"/>
              <a:t/>
            </a:r>
            <a:br>
              <a:rPr lang="en-IN" dirty="0" smtClean="0"/>
            </a:b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599366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Introduction</a:t>
            </a:r>
            <a:br>
              <a:rPr lang="en-IN" b="1" dirty="0"/>
            </a:br>
            <a:r>
              <a:rPr lang="en-IN" dirty="0" smtClean="0"/>
              <a:t/>
            </a:r>
            <a:br>
              <a:rPr lang="en-IN" dirty="0" smtClean="0"/>
            </a:br>
            <a:endParaRPr lang="en-IN" dirty="0"/>
          </a:p>
        </p:txBody>
      </p:sp>
      <p:sp>
        <p:nvSpPr>
          <p:cNvPr id="3" name="Content Placeholder 2"/>
          <p:cNvSpPr>
            <a:spLocks noGrp="1"/>
          </p:cNvSpPr>
          <p:nvPr>
            <p:ph idx="1"/>
          </p:nvPr>
        </p:nvSpPr>
        <p:spPr/>
        <p:txBody>
          <a:bodyPr/>
          <a:lstStyle/>
          <a:p>
            <a:r>
              <a:rPr lang="en-US" dirty="0" err="1"/>
              <a:t>LinkedInProject</a:t>
            </a:r>
            <a:r>
              <a:rPr lang="en-US" dirty="0"/>
              <a:t> is a Java-based automated testing framework designed to interact with LinkedIn's web interface. It leverages Selenium WebDriver and </a:t>
            </a:r>
            <a:r>
              <a:rPr lang="en-US" dirty="0" err="1"/>
              <a:t>TestNG</a:t>
            </a:r>
            <a:r>
              <a:rPr lang="en-US" dirty="0"/>
              <a:t> to automate login, post interactions (like, comment, repost), and data extraction tasks. The project is structured for extensibility and maintainability, making it suitable for both regression and feature testing of LinkedIn workflows.</a:t>
            </a:r>
          </a:p>
          <a:p>
            <a:pPr marL="0" indent="0">
              <a:buNone/>
            </a:pPr>
            <a:r>
              <a:rPr lang="en-US" dirty="0" smtClean="0"/>
              <a:t/>
            </a:r>
            <a:br>
              <a:rPr lang="en-US" dirty="0" smtClean="0"/>
            </a:br>
            <a:endParaRPr lang="en-IN" dirty="0"/>
          </a:p>
        </p:txBody>
      </p:sp>
    </p:spTree>
    <p:extLst>
      <p:ext uri="{BB962C8B-B14F-4D97-AF65-F5344CB8AC3E}">
        <p14:creationId xmlns:p14="http://schemas.microsoft.com/office/powerpoint/2010/main" val="2493023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Features</a:t>
            </a:r>
            <a:br>
              <a:rPr lang="en-IN" b="1" dirty="0"/>
            </a:br>
            <a:endParaRPr lang="en-IN" dirty="0"/>
          </a:p>
        </p:txBody>
      </p:sp>
      <p:sp>
        <p:nvSpPr>
          <p:cNvPr id="3" name="Content Placeholder 2"/>
          <p:cNvSpPr>
            <a:spLocks noGrp="1"/>
          </p:cNvSpPr>
          <p:nvPr>
            <p:ph idx="1"/>
          </p:nvPr>
        </p:nvSpPr>
        <p:spPr/>
        <p:txBody>
          <a:bodyPr/>
          <a:lstStyle/>
          <a:p>
            <a:r>
              <a:rPr lang="en-IN" dirty="0"/>
              <a:t>Automated login to LinkedIn using encrypted credentials</a:t>
            </a:r>
          </a:p>
          <a:p>
            <a:r>
              <a:rPr lang="en-IN" dirty="0"/>
              <a:t>Automated testing for:</a:t>
            </a:r>
          </a:p>
          <a:p>
            <a:pPr lvl="1"/>
            <a:r>
              <a:rPr lang="en-IN" dirty="0"/>
              <a:t>Liking posts</a:t>
            </a:r>
          </a:p>
          <a:p>
            <a:pPr lvl="1"/>
            <a:r>
              <a:rPr lang="en-IN" dirty="0"/>
              <a:t>Commenting on posts</a:t>
            </a:r>
          </a:p>
          <a:p>
            <a:pPr lvl="1"/>
            <a:r>
              <a:rPr lang="en-IN" dirty="0"/>
              <a:t>Reposting content</a:t>
            </a:r>
          </a:p>
          <a:p>
            <a:r>
              <a:rPr lang="en-IN" dirty="0"/>
              <a:t>Extraction and export of user interaction data (CSV/HTML)</a:t>
            </a:r>
          </a:p>
          <a:p>
            <a:r>
              <a:rPr lang="en-IN" dirty="0"/>
              <a:t>Configurable via properties file</a:t>
            </a:r>
          </a:p>
          <a:p>
            <a:r>
              <a:rPr lang="en-IN" dirty="0" err="1"/>
              <a:t>TestNG</a:t>
            </a:r>
            <a:r>
              <a:rPr lang="en-IN" dirty="0"/>
              <a:t>-based test suite for easy test management</a:t>
            </a:r>
          </a:p>
          <a:p>
            <a:r>
              <a:rPr lang="en-IN" dirty="0"/>
              <a:t>HTML and CSV reporting for test results</a:t>
            </a:r>
          </a:p>
        </p:txBody>
      </p:sp>
    </p:spTree>
    <p:extLst>
      <p:ext uri="{BB962C8B-B14F-4D97-AF65-F5344CB8AC3E}">
        <p14:creationId xmlns:p14="http://schemas.microsoft.com/office/powerpoint/2010/main" val="131894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Installation</a:t>
            </a:r>
            <a:br>
              <a:rPr lang="en-IN" b="1" dirty="0"/>
            </a:br>
            <a:r>
              <a:rPr lang="en-IN" dirty="0"/>
              <a:t/>
            </a:r>
            <a:br>
              <a:rPr lang="en-IN" dirty="0"/>
            </a:br>
            <a:endParaRPr lang="en-IN" dirty="0"/>
          </a:p>
        </p:txBody>
      </p:sp>
      <p:sp>
        <p:nvSpPr>
          <p:cNvPr id="3" name="Content Placeholder 2"/>
          <p:cNvSpPr>
            <a:spLocks noGrp="1"/>
          </p:cNvSpPr>
          <p:nvPr>
            <p:ph idx="1"/>
          </p:nvPr>
        </p:nvSpPr>
        <p:spPr/>
        <p:txBody>
          <a:bodyPr/>
          <a:lstStyle/>
          <a:p>
            <a:r>
              <a:rPr lang="en-IN" dirty="0" smtClean="0"/>
              <a:t>Clone the repository:</a:t>
            </a:r>
          </a:p>
          <a:p>
            <a:pPr lvl="1"/>
            <a:r>
              <a:rPr lang="en-US" dirty="0" err="1" smtClean="0"/>
              <a:t>git</a:t>
            </a:r>
            <a:r>
              <a:rPr lang="en-US" dirty="0" smtClean="0"/>
              <a:t> clone &lt;repository-</a:t>
            </a:r>
            <a:r>
              <a:rPr lang="en-US" dirty="0" err="1" smtClean="0"/>
              <a:t>url</a:t>
            </a:r>
            <a:r>
              <a:rPr lang="en-US" dirty="0" smtClean="0"/>
              <a:t>&gt;</a:t>
            </a:r>
          </a:p>
          <a:p>
            <a:pPr lvl="1"/>
            <a:r>
              <a:rPr lang="en-US" dirty="0" smtClean="0"/>
              <a:t>cd </a:t>
            </a:r>
            <a:r>
              <a:rPr lang="en-US" dirty="0" err="1" smtClean="0"/>
              <a:t>LinkedInProject</a:t>
            </a:r>
            <a:endParaRPr lang="en-IN" dirty="0"/>
          </a:p>
          <a:p>
            <a:pPr marL="228600" lvl="1">
              <a:spcBef>
                <a:spcPts val="1000"/>
              </a:spcBef>
            </a:pPr>
            <a:r>
              <a:rPr lang="en-US" sz="2800" dirty="0"/>
              <a:t>Install dependencies: Ensure you have Java 21+ and Maven installed. Then run:</a:t>
            </a:r>
          </a:p>
          <a:p>
            <a:pPr lvl="1"/>
            <a:r>
              <a:rPr lang="en-US" dirty="0" err="1" smtClean="0"/>
              <a:t>mvn</a:t>
            </a:r>
            <a:r>
              <a:rPr lang="en-US" dirty="0" smtClean="0"/>
              <a:t> clean install</a:t>
            </a:r>
          </a:p>
          <a:p>
            <a:pPr lvl="1"/>
            <a:endParaRPr lang="en-US" dirty="0" smtClean="0"/>
          </a:p>
        </p:txBody>
      </p:sp>
    </p:spTree>
    <p:extLst>
      <p:ext uri="{BB962C8B-B14F-4D97-AF65-F5344CB8AC3E}">
        <p14:creationId xmlns:p14="http://schemas.microsoft.com/office/powerpoint/2010/main" val="385256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Configuration</a:t>
            </a:r>
            <a:br>
              <a:rPr lang="en-IN" b="1" dirty="0"/>
            </a:br>
            <a:r>
              <a:rPr lang="en-IN" dirty="0" smtClean="0"/>
              <a:t/>
            </a:r>
            <a:br>
              <a:rPr lang="en-IN" dirty="0" smtClean="0"/>
            </a:br>
            <a:endParaRPr lang="en-IN" dirty="0"/>
          </a:p>
        </p:txBody>
      </p:sp>
      <p:sp>
        <p:nvSpPr>
          <p:cNvPr id="3" name="Content Placeholder 2"/>
          <p:cNvSpPr>
            <a:spLocks noGrp="1"/>
          </p:cNvSpPr>
          <p:nvPr>
            <p:ph idx="1"/>
          </p:nvPr>
        </p:nvSpPr>
        <p:spPr>
          <a:xfrm>
            <a:off x="838200" y="1166327"/>
            <a:ext cx="10515600" cy="5010636"/>
          </a:xfrm>
        </p:spPr>
        <p:txBody>
          <a:bodyPr/>
          <a:lstStyle/>
          <a:p>
            <a:r>
              <a:rPr lang="en-US" dirty="0" smtClean="0"/>
              <a:t>Edit </a:t>
            </a:r>
            <a:r>
              <a:rPr lang="en-US" dirty="0" err="1" smtClean="0"/>
              <a:t>src</a:t>
            </a:r>
            <a:r>
              <a:rPr lang="en-US" dirty="0" smtClean="0"/>
              <a:t>/test/resources/</a:t>
            </a:r>
            <a:r>
              <a:rPr lang="en-US" dirty="0" err="1" smtClean="0"/>
              <a:t>config.properties</a:t>
            </a:r>
            <a:r>
              <a:rPr lang="en-US" dirty="0" smtClean="0"/>
              <a:t> to set your LinkedIn credentials and application URL:</a:t>
            </a:r>
          </a:p>
          <a:p>
            <a:pPr lvl="1"/>
            <a:r>
              <a:rPr lang="en-US" dirty="0" smtClean="0"/>
              <a:t>app.url=https://www.linkedin.com/login</a:t>
            </a:r>
          </a:p>
          <a:p>
            <a:pPr lvl="1"/>
            <a:r>
              <a:rPr lang="en-US" dirty="0" smtClean="0"/>
              <a:t>username=YOUR_USERNAME</a:t>
            </a:r>
          </a:p>
          <a:p>
            <a:pPr lvl="1"/>
            <a:r>
              <a:rPr lang="en-US" dirty="0" smtClean="0"/>
              <a:t>password=ENCRYPTED_PASSWORD</a:t>
            </a:r>
          </a:p>
          <a:p>
            <a:pPr marL="228600" lvl="1">
              <a:spcBef>
                <a:spcPts val="1000"/>
              </a:spcBef>
            </a:pPr>
            <a:r>
              <a:rPr lang="en-US" dirty="0" smtClean="0"/>
              <a:t>T</a:t>
            </a:r>
            <a:r>
              <a:rPr lang="en-US" sz="2800" dirty="0"/>
              <a:t>he password should be AES-encrypted. Use the </a:t>
            </a:r>
            <a:r>
              <a:rPr lang="en-US" sz="2800" dirty="0" err="1"/>
              <a:t>RunOncePasswordGeneration</a:t>
            </a:r>
            <a:r>
              <a:rPr lang="en-US" sz="2800" dirty="0"/>
              <a:t> utility to generate an encrypted password:</a:t>
            </a:r>
          </a:p>
          <a:p>
            <a:pPr lvl="1"/>
            <a:r>
              <a:rPr lang="en-IN" dirty="0" err="1" smtClean="0"/>
              <a:t>mvn</a:t>
            </a:r>
            <a:r>
              <a:rPr lang="en-IN" dirty="0" smtClean="0"/>
              <a:t> </a:t>
            </a:r>
            <a:r>
              <a:rPr lang="en-IN" dirty="0" err="1" smtClean="0"/>
              <a:t>exec:java</a:t>
            </a:r>
            <a:r>
              <a:rPr lang="en-IN" dirty="0" smtClean="0"/>
              <a:t> -</a:t>
            </a:r>
            <a:r>
              <a:rPr lang="en-IN" dirty="0" err="1" smtClean="0"/>
              <a:t>Dexec.mainClass</a:t>
            </a:r>
            <a:r>
              <a:rPr lang="en-IN" dirty="0" smtClean="0"/>
              <a:t>="</a:t>
            </a:r>
            <a:r>
              <a:rPr lang="en-IN" dirty="0" err="1" smtClean="0"/>
              <a:t>RunOncePasswordGeneration</a:t>
            </a:r>
            <a:r>
              <a:rPr lang="en-IN" dirty="0" smtClean="0"/>
              <a:t>"</a:t>
            </a:r>
            <a:endParaRPr lang="en-IN" dirty="0"/>
          </a:p>
        </p:txBody>
      </p:sp>
    </p:spTree>
    <p:extLst>
      <p:ext uri="{BB962C8B-B14F-4D97-AF65-F5344CB8AC3E}">
        <p14:creationId xmlns:p14="http://schemas.microsoft.com/office/powerpoint/2010/main" val="319934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Usage</a:t>
            </a:r>
          </a:p>
        </p:txBody>
      </p:sp>
      <p:sp>
        <p:nvSpPr>
          <p:cNvPr id="3" name="Content Placeholder 2"/>
          <p:cNvSpPr>
            <a:spLocks noGrp="1"/>
          </p:cNvSpPr>
          <p:nvPr>
            <p:ph idx="1"/>
          </p:nvPr>
        </p:nvSpPr>
        <p:spPr/>
        <p:txBody>
          <a:bodyPr/>
          <a:lstStyle/>
          <a:p>
            <a:r>
              <a:rPr lang="en-IN" dirty="0" smtClean="0"/>
              <a:t>Run all tests:</a:t>
            </a:r>
          </a:p>
          <a:p>
            <a:pPr lvl="1"/>
            <a:r>
              <a:rPr lang="en-IN" dirty="0" err="1" smtClean="0"/>
              <a:t>mvn</a:t>
            </a:r>
            <a:r>
              <a:rPr lang="en-IN" dirty="0" smtClean="0"/>
              <a:t> test</a:t>
            </a:r>
          </a:p>
          <a:p>
            <a:r>
              <a:rPr lang="en-US" dirty="0" smtClean="0"/>
              <a:t>Test suite configuration: The main test suite is defined in testng.xml and includes:</a:t>
            </a:r>
          </a:p>
          <a:p>
            <a:pPr lvl="1"/>
            <a:r>
              <a:rPr lang="en-US" dirty="0" err="1" smtClean="0"/>
              <a:t>PostLikeTest</a:t>
            </a:r>
            <a:endParaRPr lang="en-US" dirty="0" smtClean="0"/>
          </a:p>
          <a:p>
            <a:pPr lvl="1"/>
            <a:r>
              <a:rPr lang="en-US" dirty="0" err="1" smtClean="0"/>
              <a:t>PostCommentsTest</a:t>
            </a:r>
            <a:endParaRPr lang="en-US" dirty="0" smtClean="0"/>
          </a:p>
          <a:p>
            <a:pPr lvl="1"/>
            <a:r>
              <a:rPr lang="en-US" dirty="0" err="1" smtClean="0"/>
              <a:t>PostRepostTest</a:t>
            </a:r>
            <a:endParaRPr lang="en-US" dirty="0" smtClean="0"/>
          </a:p>
          <a:p>
            <a:pPr lvl="1"/>
            <a:endParaRPr lang="en-US" dirty="0" smtClean="0"/>
          </a:p>
          <a:p>
            <a:endParaRPr lang="en-US" dirty="0" smtClean="0"/>
          </a:p>
          <a:p>
            <a:endParaRPr lang="en-IN" dirty="0"/>
          </a:p>
        </p:txBody>
      </p:sp>
    </p:spTree>
    <p:extLst>
      <p:ext uri="{BB962C8B-B14F-4D97-AF65-F5344CB8AC3E}">
        <p14:creationId xmlns:p14="http://schemas.microsoft.com/office/powerpoint/2010/main" val="1266278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160</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LinkedInProject  </vt:lpstr>
      <vt:lpstr>Introduction  </vt:lpstr>
      <vt:lpstr>Features </vt:lpstr>
      <vt:lpstr>Installation  </vt:lpstr>
      <vt:lpstr>Configuration  </vt:lpstr>
      <vt:lpstr>Usage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LinkedInProject  </dc:title>
  <dc:creator>Vasanth Kumar More</dc:creator>
  <cp:lastModifiedBy>Vasanth Kumar More</cp:lastModifiedBy>
  <cp:revision>4</cp:revision>
  <dcterms:created xsi:type="dcterms:W3CDTF">2026-02-20T09:50:09Z</dcterms:created>
  <dcterms:modified xsi:type="dcterms:W3CDTF">2026-02-20T10:18:04Z</dcterms:modified>
</cp:coreProperties>
</file>